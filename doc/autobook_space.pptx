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3" r:id="rId3"/>
    <p:sldId id="291" r:id="rId4"/>
    <p:sldId id="292" r:id="rId5"/>
    <p:sldId id="294" r:id="rId6"/>
    <p:sldId id="295" r:id="rId7"/>
    <p:sldId id="296" r:id="rId8"/>
    <p:sldId id="298" r:id="rId9"/>
    <p:sldId id="297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257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20" r:id="rId32"/>
    <p:sldId id="319" r:id="rId33"/>
    <p:sldId id="32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4603"/>
    <a:srgbClr val="009900"/>
    <a:srgbClr val="E66950"/>
    <a:srgbClr val="9BAAAF"/>
    <a:srgbClr val="3A6C76"/>
    <a:srgbClr val="2B5057"/>
    <a:srgbClr val="768B92"/>
    <a:srgbClr val="DE4020"/>
    <a:srgbClr val="627D90"/>
    <a:srgbClr val="5168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pPr/>
              <a:t>5/20/2018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450" y="3686669"/>
            <a:ext cx="8825658" cy="86142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It’s about cars</a:t>
            </a:r>
            <a:endParaRPr lang="ro-RO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 rot="19240060">
            <a:off x="7283276" y="237760"/>
            <a:ext cx="3424804" cy="870012"/>
          </a:xfrm>
          <a:prstGeom prst="roundRect">
            <a:avLst>
              <a:gd name="adj" fmla="val 50000"/>
            </a:avLst>
          </a:prstGeom>
          <a:solidFill>
            <a:srgbClr val="3A6C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B5057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288139" y="1726601"/>
            <a:ext cx="8804365" cy="3587280"/>
            <a:chOff x="5402439" y="1555151"/>
            <a:chExt cx="8804365" cy="3587280"/>
          </a:xfrm>
          <a:blipFill>
            <a:blip r:embed="rId2"/>
            <a:stretch>
              <a:fillRect/>
            </a:stretch>
          </a:blipFill>
        </p:grpSpPr>
        <p:sp>
          <p:nvSpPr>
            <p:cNvPr id="5" name="Rounded Rectangle 4"/>
            <p:cNvSpPr/>
            <p:nvPr/>
          </p:nvSpPr>
          <p:spPr>
            <a:xfrm rot="19240060">
              <a:off x="5402439" y="1555151"/>
              <a:ext cx="7688104" cy="91977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/>
            <p:cNvSpPr/>
            <p:nvPr/>
          </p:nvSpPr>
          <p:spPr>
            <a:xfrm rot="19240060">
              <a:off x="7149866" y="2215907"/>
              <a:ext cx="6647635" cy="119283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/>
            <p:cNvSpPr/>
            <p:nvPr/>
          </p:nvSpPr>
          <p:spPr>
            <a:xfrm rot="19240060">
              <a:off x="9378984" y="3433750"/>
              <a:ext cx="4162937" cy="8700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/>
            <p:cNvSpPr/>
            <p:nvPr/>
          </p:nvSpPr>
          <p:spPr>
            <a:xfrm rot="19240060">
              <a:off x="10274259" y="4272419"/>
              <a:ext cx="3932545" cy="8700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292" y="2590948"/>
            <a:ext cx="6858077" cy="1070810"/>
          </a:xfrm>
        </p:spPr>
        <p:txBody>
          <a:bodyPr/>
          <a:lstStyle/>
          <a:p>
            <a:r>
              <a:rPr lang="en-US" dirty="0" err="1" smtClean="0">
                <a:solidFill>
                  <a:schemeClr val="tx1"/>
                </a:solidFill>
              </a:rPr>
              <a:t>autobook</a:t>
            </a:r>
            <a:endParaRPr lang="ro-RO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 flipV="1">
            <a:off x="362231" y="3571800"/>
            <a:ext cx="4300048" cy="136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270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068" y="2779776"/>
            <a:ext cx="10874948" cy="1221702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help us build a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smart city  </a:t>
            </a:r>
            <a:endParaRPr lang="ro-RO" sz="6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88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t</a:t>
            </a:r>
            <a:r>
              <a:rPr lang="en-US" sz="6600" dirty="0" smtClean="0">
                <a:solidFill>
                  <a:schemeClr val="tx1"/>
                </a:solidFill>
              </a:rPr>
              <a:t>urn your car into a </a:t>
            </a:r>
            <a:br>
              <a:rPr lang="en-US" sz="6600" dirty="0" smtClean="0">
                <a:solidFill>
                  <a:schemeClr val="tx1"/>
                </a:solidFill>
              </a:rPr>
            </a:b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smart-car</a:t>
            </a:r>
            <a:endParaRPr lang="ro-RO" sz="6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7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c</a:t>
            </a:r>
            <a:r>
              <a:rPr lang="en-US" sz="6600" dirty="0" smtClean="0">
                <a:solidFill>
                  <a:schemeClr val="tx1"/>
                </a:solidFill>
              </a:rPr>
              <a:t>onnect your smart-car </a:t>
            </a:r>
            <a:br>
              <a:rPr lang="en-US" sz="6600" dirty="0" smtClean="0">
                <a:solidFill>
                  <a:schemeClr val="tx1"/>
                </a:solidFill>
              </a:rPr>
            </a:br>
            <a:r>
              <a:rPr lang="en-US" sz="6600" dirty="0" smtClean="0">
                <a:solidFill>
                  <a:schemeClr val="tx1"/>
                </a:solidFill>
              </a:rPr>
              <a:t>to the city</a:t>
            </a:r>
            <a:endParaRPr lang="ro-RO" sz="6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57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w</a:t>
            </a:r>
            <a:r>
              <a:rPr lang="en-US" sz="6600" dirty="0" smtClean="0">
                <a:solidFill>
                  <a:schemeClr val="tx1"/>
                </a:solidFill>
              </a:rPr>
              <a:t>e can show you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how</a:t>
            </a:r>
            <a:endParaRPr lang="ro-RO" sz="6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2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you </a:t>
            </a:r>
            <a:r>
              <a:rPr lang="en-US" sz="6600" smtClean="0">
                <a:solidFill>
                  <a:schemeClr val="tx1"/>
                </a:solidFill>
              </a:rPr>
              <a:t>can understand </a:t>
            </a:r>
            <a:r>
              <a:rPr lang="en-US" sz="660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why</a:t>
            </a:r>
            <a:endParaRPr lang="ro-RO" sz="6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4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imagine</a:t>
            </a:r>
            <a:endParaRPr lang="ro-RO" sz="6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99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you can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change </a:t>
            </a:r>
            <a:r>
              <a:rPr lang="en-US" sz="6600" dirty="0">
                <a:solidFill>
                  <a:schemeClr val="tx1"/>
                </a:solidFill>
              </a:rPr>
              <a:t>decisions on the fly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20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you can have an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impact </a:t>
            </a:r>
            <a:r>
              <a:rPr lang="en-US" sz="6600" dirty="0" smtClean="0">
                <a:solidFill>
                  <a:schemeClr val="tx1"/>
                </a:solidFill>
              </a:rPr>
              <a:t>to your city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68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get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together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434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stay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connected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9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we wrote a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book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5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w</a:t>
            </a:r>
            <a:r>
              <a:rPr lang="en-US" sz="6600" dirty="0" smtClean="0">
                <a:solidFill>
                  <a:schemeClr val="tx1"/>
                </a:solidFill>
              </a:rPr>
              <a:t>ith the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story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64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about your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car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2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t</a:t>
            </a:r>
            <a:r>
              <a:rPr lang="en-US" sz="6600" dirty="0" smtClean="0">
                <a:solidFill>
                  <a:schemeClr val="tx1"/>
                </a:solidFill>
              </a:rPr>
              <a:t>hen, the other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story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77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about… the other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car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56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and … we launched it </a:t>
            </a:r>
            <a:r>
              <a:rPr lang="en-US" sz="6600" dirty="0" smtClean="0">
                <a:solidFill>
                  <a:schemeClr val="tx1"/>
                </a:solidFill>
              </a:rPr>
              <a:t>into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SPACE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25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the book is </a:t>
            </a:r>
            <a:r>
              <a:rPr lang="en-US" sz="66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autobook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64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7131" y="3185501"/>
            <a:ext cx="63055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3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591628" y="2288888"/>
            <a:ext cx="10874948" cy="22246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demo</a:t>
            </a:r>
            <a:endParaRPr lang="ro-RO" sz="6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95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how</a:t>
            </a:r>
            <a:r>
              <a:rPr lang="en-US" sz="6600" dirty="0" smtClean="0">
                <a:solidFill>
                  <a:schemeClr val="tx1"/>
                </a:solidFill>
              </a:rPr>
              <a:t>… you access this service ?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58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222179" y="4117195"/>
            <a:ext cx="167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mart device</a:t>
            </a:r>
            <a:endParaRPr lang="ro-RO" dirty="0"/>
          </a:p>
        </p:txBody>
      </p:sp>
      <p:sp>
        <p:nvSpPr>
          <p:cNvPr id="11" name="TextBox 10"/>
          <p:cNvSpPr txBox="1"/>
          <p:nvPr/>
        </p:nvSpPr>
        <p:spPr>
          <a:xfrm>
            <a:off x="4892151" y="1952241"/>
            <a:ext cx="2789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GSM, data, GPS </a:t>
            </a:r>
            <a:endParaRPr lang="ro-RO" sz="2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099" y="2594247"/>
            <a:ext cx="1534777" cy="153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1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how</a:t>
            </a:r>
            <a:r>
              <a:rPr lang="en-US" sz="6600" dirty="0" smtClean="0">
                <a:solidFill>
                  <a:schemeClr val="tx1"/>
                </a:solidFill>
              </a:rPr>
              <a:t>… to turn any car into a smart-car ?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07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110228" y="2400799"/>
            <a:ext cx="4500113" cy="29908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attach a smart device to it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378" y="2400799"/>
            <a:ext cx="299085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1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b="1" dirty="0" err="1" smtClean="0">
                <a:solidFill>
                  <a:schemeClr val="tx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autobook.SPACE</a:t>
            </a:r>
            <a:r>
              <a:rPr lang="en-US" sz="6600" dirty="0" smtClean="0">
                <a:solidFill>
                  <a:schemeClr val="tx1"/>
                </a:solidFill>
              </a:rPr>
              <a:t> is ready for you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ow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8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b="1" dirty="0" err="1" smtClean="0">
                <a:solidFill>
                  <a:schemeClr val="tx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autobook.SPACE</a:t>
            </a:r>
            <a:r>
              <a:rPr lang="en-US" sz="6600" dirty="0" smtClean="0">
                <a:solidFill>
                  <a:schemeClr val="tx1"/>
                </a:solidFill>
              </a:rPr>
              <a:t> is storing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99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b="1" dirty="0" err="1" smtClean="0">
                <a:solidFill>
                  <a:schemeClr val="tx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autobook.SPACE</a:t>
            </a:r>
            <a:r>
              <a:rPr lang="en-US" sz="6600" dirty="0" smtClean="0">
                <a:solidFill>
                  <a:schemeClr val="tx1"/>
                </a:solidFill>
              </a:rPr>
              <a:t> is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ready </a:t>
            </a:r>
            <a:r>
              <a:rPr lang="en-US" sz="6600" dirty="0" smtClean="0">
                <a:solidFill>
                  <a:schemeClr val="tx1"/>
                </a:solidFill>
              </a:rPr>
              <a:t>to share the data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95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201" y="1534850"/>
            <a:ext cx="10874948" cy="2025715"/>
          </a:xfrm>
        </p:spPr>
        <p:txBody>
          <a:bodyPr/>
          <a:lstStyle/>
          <a:p>
            <a:pPr algn="ctr"/>
            <a:r>
              <a:rPr lang="en-US" sz="6600" b="1" dirty="0" smtClean="0">
                <a:solidFill>
                  <a:schemeClr val="tx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do</a:t>
            </a:r>
            <a:r>
              <a:rPr lang="en-US" sz="6600" b="1" dirty="0" smtClean="0">
                <a:solidFill>
                  <a:schemeClr val="tx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 you allow us to share the </a:t>
            </a:r>
            <a:r>
              <a:rPr lang="en-US" sz="6600" dirty="0" smtClean="0">
                <a:solidFill>
                  <a:schemeClr val="tx1"/>
                </a:solidFill>
              </a:rPr>
              <a:t>data </a:t>
            </a:r>
            <a:r>
              <a:rPr lang="en-US" sz="6600" b="1" dirty="0" smtClean="0">
                <a:solidFill>
                  <a:schemeClr val="tx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through</a:t>
            </a:r>
            <a:endParaRPr lang="ro-RO" sz="6600" b="1" dirty="0">
              <a:solidFill>
                <a:schemeClr val="tx1"/>
              </a:solidFill>
              <a:latin typeface="Rubik" panose="02000604000000020004" pitchFamily="2" charset="-79"/>
              <a:cs typeface="Rubik" panose="02000604000000020004" pitchFamily="2" charset="-79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594" y="3824403"/>
            <a:ext cx="4115103" cy="224023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493210" y="4268732"/>
            <a:ext cx="2133601" cy="2272111"/>
          </a:xfrm>
        </p:spPr>
        <p:txBody>
          <a:bodyPr>
            <a:noAutofit/>
          </a:bodyPr>
          <a:lstStyle/>
          <a:p>
            <a:r>
              <a:rPr lang="en-US" sz="8800" dirty="0" smtClean="0">
                <a:solidFill>
                  <a:schemeClr val="tx1"/>
                </a:solidFill>
              </a:rPr>
              <a:t> </a:t>
            </a:r>
            <a:r>
              <a:rPr lang="en-US" sz="8800" dirty="0" smtClean="0">
                <a:solidFill>
                  <a:schemeClr val="tx1"/>
                </a:solidFill>
              </a:rPr>
              <a:t>?</a:t>
            </a:r>
            <a:endParaRPr lang="en-US" sz="8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09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we </a:t>
            </a:r>
            <a:r>
              <a:rPr lang="en-US" sz="6600" dirty="0" smtClean="0">
                <a:solidFill>
                  <a:schemeClr val="tx1"/>
                </a:solidFill>
              </a:rPr>
              <a:t>can make it better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together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510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we </a:t>
            </a:r>
            <a:r>
              <a:rPr lang="en-US" sz="6600" dirty="0" smtClean="0">
                <a:solidFill>
                  <a:schemeClr val="tx1"/>
                </a:solidFill>
              </a:rPr>
              <a:t>want to build a </a:t>
            </a:r>
            <a:r>
              <a:rPr lang="en-US" sz="6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mobile </a:t>
            </a:r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app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31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201" y="1534850"/>
            <a:ext cx="10874948" cy="2025715"/>
          </a:xfrm>
        </p:spPr>
        <p:txBody>
          <a:bodyPr/>
          <a:lstStyle/>
          <a:p>
            <a:pPr algn="ctr"/>
            <a:r>
              <a:rPr lang="en-US" sz="6600" b="1" dirty="0" smtClean="0">
                <a:solidFill>
                  <a:schemeClr val="tx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do</a:t>
            </a:r>
            <a:r>
              <a:rPr lang="en-US" sz="6600" b="1" dirty="0" smtClean="0">
                <a:solidFill>
                  <a:schemeClr val="tx1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 you want to help us ?</a:t>
            </a:r>
            <a:endParaRPr lang="ro-RO" sz="6600" b="1" dirty="0">
              <a:solidFill>
                <a:schemeClr val="tx1"/>
              </a:solidFill>
              <a:latin typeface="Rubik" panose="02000604000000020004" pitchFamily="2" charset="-79"/>
              <a:cs typeface="Rubik" panose="02000604000000020004" pitchFamily="2" charset="-79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355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1628" y="2288888"/>
            <a:ext cx="10874948" cy="2224654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thank you </a:t>
            </a:r>
            <a:r>
              <a:rPr lang="en-US" sz="6600" dirty="0" smtClean="0">
                <a:solidFill>
                  <a:schemeClr val="tx1"/>
                </a:solidFill>
              </a:rPr>
              <a:t>for your patience</a:t>
            </a:r>
            <a:endParaRPr lang="ro-RO" sz="66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3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597" y="490744"/>
            <a:ext cx="1962939" cy="7802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8" y="5217938"/>
            <a:ext cx="2267836" cy="12345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45" y="324652"/>
            <a:ext cx="1502468" cy="11124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542" y="588491"/>
            <a:ext cx="1726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j-lt"/>
              </a:rPr>
              <a:t>PRIMĂRIA</a:t>
            </a:r>
          </a:p>
          <a:p>
            <a:r>
              <a:rPr lang="en-US" sz="1600" dirty="0" smtClean="0">
                <a:latin typeface="+mj-lt"/>
              </a:rPr>
              <a:t>CLUJ-NAPOCA</a:t>
            </a:r>
            <a:endParaRPr lang="en-US" sz="1600" dirty="0">
              <a:latin typeface="+mj-lt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 descr="Fotografia postatÄ de Carmen Butnariu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656" y="1437104"/>
            <a:ext cx="8131344" cy="542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266548" y="2684802"/>
            <a:ext cx="3993256" cy="1990543"/>
          </a:xfrm>
        </p:spPr>
        <p:txBody>
          <a:bodyPr/>
          <a:lstStyle/>
          <a:p>
            <a:pPr algn="ctr"/>
            <a:r>
              <a:rPr lang="en-US" sz="6600" dirty="0" smtClean="0">
                <a:solidFill>
                  <a:schemeClr val="tx1"/>
                </a:solidFill>
              </a:rPr>
              <a:t>ANGEL team</a:t>
            </a:r>
            <a:endParaRPr lang="ro-RO" sz="6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71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1687</TotalTime>
  <Words>256</Words>
  <Application>Microsoft Office PowerPoint</Application>
  <PresentationFormat>Widescreen</PresentationFormat>
  <Paragraphs>127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Century Gothic</vt:lpstr>
      <vt:lpstr>Rubik</vt:lpstr>
      <vt:lpstr>Wingdings 3</vt:lpstr>
      <vt:lpstr>Ion</vt:lpstr>
      <vt:lpstr>autobook</vt:lpstr>
      <vt:lpstr>help us build a smart city  </vt:lpstr>
      <vt:lpstr>turn your car into a  smart-car</vt:lpstr>
      <vt:lpstr>connect your smart-car  to the city</vt:lpstr>
      <vt:lpstr>we can show you how</vt:lpstr>
      <vt:lpstr>you can understand why</vt:lpstr>
      <vt:lpstr>imagine</vt:lpstr>
      <vt:lpstr>you can change decisions on the fly</vt:lpstr>
      <vt:lpstr>you can have an impact to your city</vt:lpstr>
      <vt:lpstr>get together</vt:lpstr>
      <vt:lpstr>stay connected</vt:lpstr>
      <vt:lpstr>we wrote a book</vt:lpstr>
      <vt:lpstr>with the story</vt:lpstr>
      <vt:lpstr>about your car</vt:lpstr>
      <vt:lpstr>then, the other story</vt:lpstr>
      <vt:lpstr>about… the other car</vt:lpstr>
      <vt:lpstr>and … we launched it into SPACE</vt:lpstr>
      <vt:lpstr>the book is autobook</vt:lpstr>
      <vt:lpstr>PowerPoint Presentation</vt:lpstr>
      <vt:lpstr>PowerPoint Presentation</vt:lpstr>
      <vt:lpstr>how… you access this service ?</vt:lpstr>
      <vt:lpstr>PowerPoint Presentation</vt:lpstr>
      <vt:lpstr>how… to turn any car into a smart-car ?</vt:lpstr>
      <vt:lpstr>PowerPoint Presentation</vt:lpstr>
      <vt:lpstr>autobook.SPACE is ready for you now</vt:lpstr>
      <vt:lpstr>autobook.SPACE is storing data</vt:lpstr>
      <vt:lpstr>autobook.SPACE is ready to share the data</vt:lpstr>
      <vt:lpstr>do you allow us to share the data through</vt:lpstr>
      <vt:lpstr>we can make it better together</vt:lpstr>
      <vt:lpstr>we want to build a mobile  app</vt:lpstr>
      <vt:lpstr>do you want to help us ?</vt:lpstr>
      <vt:lpstr>thank you for your patience</vt:lpstr>
      <vt:lpstr>ANGEL team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autobook v2.0</dc:title>
  <dc:creator>Sebastian Boga</dc:creator>
  <cp:lastModifiedBy>Sebastian Boga</cp:lastModifiedBy>
  <cp:revision>90</cp:revision>
  <dcterms:created xsi:type="dcterms:W3CDTF">2018-05-12T06:06:08Z</dcterms:created>
  <dcterms:modified xsi:type="dcterms:W3CDTF">2018-05-20T06:46:09Z</dcterms:modified>
</cp:coreProperties>
</file>